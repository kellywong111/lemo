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61F2C"/>
                </a:solidFill>
              </a:defRPr>
            </a:pPr>
            <a:r>
              <a:t>PASC: Planning-Aware Search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34155"/>
                </a:solidFill>
              </a:defRPr>
            </a:pPr>
            <a:r>
              <a:t>From scattered MoDA experiments to a planning-facing diagnosis and method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971800"/>
            <a:ext cx="1078992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36392"/>
            <a:ext cx="10195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5803D"/>
                </a:solidFill>
              </a:defRPr>
            </a:pPr>
            <a:r>
              <a:t>Main claim: gate07 does not collapse in prediction loss, but its planning-facing behavior drifts. We need planning-aware checkpoint selection and CEM search calibration, not another isolated local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748B"/>
                </a:solidFill>
              </a:defRPr>
            </a:pPr>
            <a:r>
              <a:t>LeWM + encoder-side MoDA on PushT | 2026-05-09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What changed in the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 issue is not a single broken module; it is prediction-planning misalignment.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1F2C"/>
                </a:solidFill>
              </a:defRPr>
            </a:pPr>
            <a:r>
              <a:t>Previous local hypotheses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Subspace/spread: candidates are too close in latent.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Ranking/reranking: CEM picks the wrong candidate.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Strong CEM: sample more and optimize harder.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5309"/>
                </a:solidFill>
              </a:defRPr>
            </a:pPr>
            <a:r>
              <a:t>Useful, but each only fixes part of planning.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30352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72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1F2C"/>
                </a:solidFill>
              </a:defRPr>
            </a:pPr>
            <a:r>
              <a:t>Current research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Training optimizes prediction representation.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Evaluation depends on planning representation induced by CEM rollouts.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These two are not explicitly aligned, so checkpoint quality cannot be judged by pred_loss alone.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800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This directly answers: representation and CEM should be connected. Our evidence says the current connection is insufficiently constrained.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Prediction loss improves, planning does not monotonically improve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gate07 warm-started from pred6 ep3; default CEM seed42, e20, 300/30/30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73152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1395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val pred_loss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Default CEM success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0.00446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early planning good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ep3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0.00425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early planning good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0.00362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loss improves, success lower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ep9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0.00273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planning drift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ep16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0.00238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partial recovery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ep17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pending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45%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unstable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75320" y="1325880"/>
            <a:ext cx="3291840" cy="4160520"/>
          </a:xfrm>
          <a:prstGeom prst="rect">
            <a:avLst/>
          </a:prstGeom>
          <a:solidFill>
            <a:srgbClr val="FEFCE8"/>
          </a:solidFill>
          <a:ln w="12700">
            <a:solidFill>
              <a:srgbClr val="FDE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85632" y="16002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61F2C"/>
                </a:solidFill>
              </a:defRPr>
            </a:pPr>
            <a:r>
              <a:t>Key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48840"/>
            <a:ext cx="2788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No evidence of ordinary pred_loss collapse.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There is clear planning-facing drift.</a:t>
            </a:r>
          </a:p>
          <a:p>
            <a:pPr>
              <a:spcAft>
                <a:spcPts val="400"/>
              </a:spcAft>
              <a:defRPr sz="1800">
                <a:solidFill>
                  <a:srgbClr val="334155"/>
                </a:solidFill>
              </a:defRPr>
            </a:pPr>
            <a:r>
              <a:t>Checkpoint selection by lowest pred_loss is not reliable.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457200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</a:defRPr>
            </a:pPr>
            <a:r>
              <a:t>Say this carefully: not “training blew up”; rather, prediction training keeps improving while planning behavior becomes unstable.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Top-k oracle: failures are not only reranking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gate07 ep4 e20; execute CEM top-k candidates in real env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8046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Top1 success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Oracle top-k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Oracle gap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Misrank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61F2C"/>
                          </a:solidFill>
                        </a:defRPr>
                      </a:pPr>
                      <a:r>
                        <a:t>No-hit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s300/top30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+15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3/20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7/20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s600/top60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+15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3/20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5/20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s1000/top100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+15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3/20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334155"/>
                          </a:solidFill>
                        </a:defRPr>
                      </a:pPr>
                      <a:r>
                        <a:t>5/20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85800" y="4069080"/>
            <a:ext cx="530352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What reranking can 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45152"/>
            <a:ext cx="4800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</a:defRPr>
            </a:pPr>
            <a:r>
              <a:t>Only the oracle gap / misrank cases: successful candidate exists in top-k but CEM cost did not rank it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4069080"/>
            <a:ext cx="5257800" cy="1325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251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What reranking cannot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4645152"/>
            <a:ext cx="4709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</a:defRPr>
            </a:pPr>
            <a:r>
              <a:t>No-hit failures: top-k contains no successful trajectory. This points to candidate generation, rollout dynamics, or search coverage.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97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Implication: subspace/reranker is not the main solution unless top-k oracle is high and top1 is 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Planning behavior differs by failure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CEM trace at gate07 ep4, e20, s300/top30/30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8872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Case class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Candidate traj spread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Top-k traj spread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Top2 margin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1F2C"/>
                          </a:solidFill>
                        </a:defRPr>
                      </a:pPr>
                      <a:r>
                        <a:t>Reading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selected success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3.821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1.265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0.0486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diverse candidates retained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misrank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1.611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0.0158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good candidate exists but cost ordering weak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no-hit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1.101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0.430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0.0215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4155"/>
                          </a:solidFill>
                        </a:defRPr>
                      </a:pPr>
                      <a:r>
                        <a:t>candidate set already collapsed / poor coverage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069080"/>
            <a:ext cx="10698480" cy="13258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1F2C"/>
                </a:solidFill>
              </a:defRPr>
            </a:pPr>
            <a: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617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34155"/>
                </a:solidFill>
              </a:defRPr>
            </a:pPr>
            <a:r>
              <a:t>Successful planning keeps a wider candidate set through rollout. Failure cases, especially no-hit cases, show much tighter candidate trajectories and weaker top-k diversity. This is a planning-process phenomenon, not just a final success-rate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Checkpoint × CEM budget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CEM budget is not monotonically helpful; it amplifies the checkpoint cost landscape.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0642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Model/checkpoint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Default CEM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Strong CEM s1000/k100/n30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Takeaway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gate07 ep2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strong search hurts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gate07 ep3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strong search hurts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gate07 ep4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80% seed42; 55% seed43/44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promising but seed-unstable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gate07 ep16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55%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strong search hurts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pred6 ep3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strong search helps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892040"/>
            <a:ext cx="10698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</a:defRPr>
            </a:pPr>
            <a:r>
              <a:t>Interpretation: more CEM is not a universal fix. If a checkpoint induces a planning-friendly cost landscape, larger budget helps; if the landscape is misleading, larger budget optimizes the wrong objective more aggressively.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Negative method trials are now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They narrow down which layer of the problem is dominant.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Trial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What it rules out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spread / ranking / subspace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moves margins/spread but not stable success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local geometry proxy is insufficient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consistency rerank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baseline e10 70%; rerank 50-60%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noise stability is not the right tie-breaker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restart3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top1 55%; oracle 65%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multi-start alone weak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horizon=10/block=5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long horizon amplifies rollout error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action_block=10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shape incompatible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not a valid quick fix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2578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Research value: these trials show the bottleneck is not solved by one local auxiliary loss or one generic CEM tweak. The method must select/check calibrate the representation-search pair.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Proposed method: PASC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Planning-Aware Search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1. Planning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val pred_loss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default / strong CEM success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top-k oracle and oracle gap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candidate/top-k trajectory spread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top2 margin and cost std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23444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2. Planning-friendly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43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S_plan = α·OracleSuccess + β·TopKSpread + γ·CostStd − η·OracleGap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46120"/>
            <a:ext cx="2788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Do not pick checkpoint only by pred_loss.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Select checkpoints with planning potential and stable cost landscape.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08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3. Search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7490"/>
                </a:solidFill>
              </a:defRPr>
            </a:pPr>
            <a:r>
              <a:t>(k*, n*, m*) = argmax S_plan(θ, k, n,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788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CEM regime is checkpoint-conditioned.</a:t>
            </a:r>
          </a:p>
          <a:p>
            <a:pPr>
              <a:spcAft>
                <a:spcPts val="400"/>
              </a:spcAft>
              <a:defRPr sz="1500">
                <a:solidFill>
                  <a:srgbClr val="334155"/>
                </a:solidFill>
              </a:defRPr>
            </a:pPr>
            <a:r>
              <a:t>Avoid assuming more samples / longer horizon is always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How to present this to 师兄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Direct wording that avoids overclaiming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0789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0876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4155"/>
                </a:solidFill>
              </a:defRPr>
            </a:pPr>
            <a:r>
              <a:t>我现在不把这个理解成某个 subspace 或 ranking loss 没调好，而是 prediction representation 和 planning representation 没有显式对齐。gate07 的 pred_loss 没崩，反而继续下降，但 CEM planning success 随 epoch 和 search budget 很不稳定。top-k oracle 又说明失败不只是排序问题，很多 case 是 top-k 本身没有成功候选。所以我下一步想做 planning-aware checkpoint selection + CEM search calibration：用 top-k oracle、候选轨迹多样性、cost margin/std 这些 planning diagnostic 来选 checkpoint 和 CEM regime，而不是只用 pred_loss 或固定 CEM 参数。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074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7490"/>
                </a:solidFill>
              </a:defRPr>
            </a:pPr>
            <a:r>
              <a:t>Bottom line: representation and CEM should be connected; PASC is an attempt to make that connection explicit and measurable.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Immediate next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4748B"/>
                </a:solidFill>
              </a:defRPr>
            </a:pPr>
            <a:r>
              <a:t>Focused work for tonight / next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110642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61F2C"/>
                          </a:solidFill>
                        </a:defRPr>
                      </a:pPr>
                      <a:r>
                        <a:t>Expected decision</a:t>
                      </a:r>
                    </a:p>
                  </a:txBody>
                  <a:tcPr marL="36576" marR="36576">
                    <a:solidFill>
                      <a:srgbClr val="E2E8F0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1. Complete epoch diagnostics ep2/3/4/9/16/17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pred_loss vs planning geometry table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show prediction-planning drift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2. Planning score vs success correlation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which diagnostic explains success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define S_plan weights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3. Checkpoint × CEM grid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default vs strong vs moderate CEM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select calibrated search regime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4. Multi-seed validation for best setting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avoid seed42 overclaim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34155"/>
                          </a:solidFill>
                        </a:defRPr>
                      </a:pPr>
                      <a:r>
                        <a:t>claim stable only if repeated</a:t>
                      </a:r>
                    </a:p>
                  </a:txBody>
                  <a:tcPr marL="36576" marR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1F2C"/>
                </a:solidFill>
              </a:defRPr>
            </a:pPr>
            <a:r>
              <a:t>Decision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9204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334155"/>
                </a:solidFill>
              </a:defRPr>
            </a:pPr>
            <a:r>
              <a:t>If top-k oracle is high but top1 is low, train reranker. If oracle is low, focus on sampling/rollout/horizon. If strong CEM helps only some checkpoints, use checkpoint-conditioned search 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F2C"/>
                </a:solidFill>
              </a:defRPr>
            </a:pPr>
            <a:r>
              <a:t>One-slide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06984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1732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The main finding is not “MoDA failed” or “CEM failed”. The finding is prediction-planning drift.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gate07 improves prediction loss, but planning success and CEM geometry are checkpoint- and seed-dependent.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top-k oracle separates reranking failures from no-hit candidate generation failures.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Strong CEM can help one checkpoint/seed but hurt others, so search budget must be calibrated to the checkpoint.</a:t>
            </a:r>
          </a:p>
          <a:p>
            <a:pPr>
              <a:spcAft>
                <a:spcPts val="800"/>
              </a:spcAft>
              <a:defRPr sz="2000">
                <a:solidFill>
                  <a:srgbClr val="334155"/>
                </a:solidFill>
              </a:defRPr>
            </a:pPr>
            <a:r>
              <a:t>Proposed direction: PASC, a planning-aware checkpoint selection and CEM search calibration framework.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12064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91C1C"/>
                </a:solidFill>
              </a:defRPr>
            </a:pPr>
            <a:r>
              <a:t>Do not say: “we just tuned CEM.” Say: “we found that the learned representation induces different planning cost landscapes, so checkpoint selection and CEM search must be jointly calibrated by planning diagnostics.”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