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896112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400" b="1">
                <a:solidFill>
                  <a:srgbClr val="162439"/>
                </a:solidFill>
                <a:latin typeface="PingFang SC"/>
              </a:rPr>
              <a:t>LeWM + MoDA 技术路径汇报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36192"/>
            <a:ext cx="98755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0">
                <a:solidFill>
                  <a:srgbClr val="5C6670"/>
                </a:solidFill>
                <a:latin typeface="PingFang SC"/>
              </a:rPr>
              <a:t>从结构接入到 planning 诊断，再到 MoDA-only residual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33172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LeWM 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33172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MoDA 接入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0368" y="2331720"/>
            <a:ext cx="22402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PushT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9248" y="2331720"/>
            <a:ext cx="24688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Residual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96012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62439"/>
                </a:solidFill>
                <a:latin typeface="PingFang SC"/>
              </a:rPr>
              <a:t>核心结论：MoDA 有候选覆盖价值，但 raw cost 与 planning success 不完全对齐；当前最可信的 MoDA-only 改进方向是 action proposal correction。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任务背景：LeWM 不是单任务框架，但当前实验主线聚焦 PushT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任务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大概含义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在本项目中的位置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PushT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推 T 形物体到目标位姿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主实验任务：CEM、candidate pool、near-miss failure 都围绕它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Cube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方块/物体运动控制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后续可用于物体操控泛化验证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TwoRooms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跨房间/空间导航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动力学和 action geometry 与 PushT 不同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Reacher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连续控制 reaching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经典控制任务，可作为轻量泛化检查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38862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886200"/>
            <a:ext cx="73152" cy="123444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032504"/>
            <a:ext cx="48006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汇报边界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389120"/>
            <a:ext cx="4800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LeWM 官方/相关 checkpoint 可覆盖 PushT、Cube、TwoRooms、Reacher；但当前 MoDA 接入、诊断和结果主要在 PushT 上完成。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8620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886200"/>
            <a:ext cx="73152" cy="123444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4032504"/>
            <a:ext cx="44348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为什么先做 PushT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4389120"/>
            <a:ext cx="443484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PushT 有连续动作、接触动力学和明显 near-miss failure，适合分析 candidate coverage、cost-success mismatch 和 proposal correction。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LeWM 基本架构：Latent World Model + CEM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202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Observation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7480" y="167335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1417320"/>
            <a:ext cx="19202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Encoder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49240" y="167335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35040" y="1417320"/>
            <a:ext cx="21488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Latent State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11312" y="167335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15400" y="1417320"/>
            <a:ext cx="21488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Predictor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73152" cy="14173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6090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World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17520"/>
            <a:ext cx="2926079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在 latent 空间预测未来状态，不直接在 pixel/state raw space 里做长 rollout。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514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514600"/>
            <a:ext cx="73152" cy="14173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66090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CEM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017520"/>
            <a:ext cx="2926079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采样 action sequence，rollout 后计算 cost，保留 elites 并更新采样分布。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5146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2514600"/>
            <a:ext cx="73152" cy="141732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266090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Planning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017520"/>
            <a:ext cx="2926079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最终选 cost 最低的 action candidate；这就是 top1 success 的关键位置。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LeWM 的优势：把高维观测压到 latent dynamics，再用 CEM 做模型预测控制。</a:t>
            </a:r>
          </a:p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本项目关心的问题：MoDA 改 predictor/rollout 后，candidate pool 和 final top1 selection 是否真的改善。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MoDA 的核心优势：跨 depth retrieval 的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5C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29718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普通 Transformer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每层主要基于当前层表示做 self-attention，depth 间信息通过逐层传递。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29718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MoDA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3736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当前层 query 可以访问前面层累计的 K/V depth cache，形成 mixture-of-depth retrieval。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73152" cy="14173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80744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对 LeWM 的意义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37360"/>
            <a:ext cx="27432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预测未来 latent 时能检索跨层信息，理论上增强 state rollout 表达。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401568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Layer 1 K/V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401568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Layer 2 K/V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401568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Layer 3 K/V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15000" y="3611880"/>
            <a:ext cx="82296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9400" y="3310128"/>
            <a:ext cx="1874519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Depth Cache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13648" y="3611880"/>
            <a:ext cx="713232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18320" y="3310128"/>
            <a:ext cx="16002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MoDA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接入目标不是先改 planner，而是先让 LeWM predictor 具备 MoDA 的 depth-aware representation。</a:t>
            </a:r>
          </a:p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后续再检验这种 representation 是否转化成更好的 planning candidate 和 top1 selection。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第一阶段：把 MoDA 接到 LeWM predictor，而不是重写整个系统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73152" cy="128016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350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`moda_module_exact.py`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3017520" cy="6857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核心结构实现：保留 LeWM conditional block，只把 attention kernel 替换成 MoDA exact/Triton 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188720"/>
            <a:ext cx="73152" cy="128016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350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`MoDAAttentionExact`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691640"/>
            <a:ext cx="3017520" cy="6857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无 cache 时退回 causal attention；有 cached K/V 时调用 MoDA parallel kernel。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88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73152" cy="128016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350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`MoDATransformerExact`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91640"/>
            <a:ext cx="3017520" cy="68579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逐层收集 K/V，构建 depth cache；用 cache_window/detach_cache 控制显存和稳定性。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保留 LeWM 原有 AdaLN-zero conditioning：shift/scale/gate 仍然调制 attention 和 MLP 分支。</a:t>
            </a:r>
          </a:p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兼容不同运行环境：本地、5090 服务器、实习服务器都可以通过 MoDA Triton root 找 kernel。</a:t>
            </a:r>
          </a:p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这一步的贡献是结构接入：让 LeWM predictor 能使用 MoDA depth cache，而不是直接宣称 planner 已经变强。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第二阶段：训练入口把 MoDA checkpoint 接入 LeWM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23444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`train_encoder_moda.py`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37360"/>
            <a:ext cx="2926079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读取 LeWM config，构造数据，初始化 MoDA encoder/predictor，保存 checkpoint。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`train_moda.py`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37360"/>
            <a:ext cx="2926079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早期 prototype：验证 MoDA module 在 LeWM 框架下能训练、能出 checkpoint。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73152" cy="123444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80744"/>
            <a:ext cx="2926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`train_moda_exact.py`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737360"/>
            <a:ext cx="2926079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exact kernel 版本：配合 `moda_module_exact.py`，更贴近 official MoDA kernel 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246120"/>
            <a:ext cx="178308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Config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16352" y="3474720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3246120"/>
            <a:ext cx="19659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Dataset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96128" y="3474720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3246120"/>
            <a:ext cx="201168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MoDA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0768" y="3474720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89720" y="3246120"/>
            <a:ext cx="182880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训练入口不是最终方法本身，但它们让后续 stateroll candidate pool、PAC-MoDA 和 residual proposal 有可评估的 MoDA checkpoint。</a:t>
            </a:r>
          </a:p>
          <a:p>
            <a:pPr>
              <a:spcAft>
                <a:spcPts val="700"/>
              </a:spcAft>
              <a:defRPr sz="1500">
                <a:solidFill>
                  <a:srgbClr val="1C2024"/>
                </a:solidFill>
                <a:latin typeface="PingFang SC"/>
              </a:defRPr>
            </a:pPr>
            <a:r>
              <a:t>汇报时重点讲 pipeline 位置，不需要逐个训练参数展开。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Planning 评估问题：candidate pool 有成功候选，但 raw cost 未必选对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201168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30 candidates / episode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80360" y="1554480"/>
            <a:ext cx="73152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03320" y="1325880"/>
            <a:ext cx="21945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raw MoDA cost ranking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1554480"/>
            <a:ext cx="73152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12280" y="1325880"/>
            <a:ext cx="19659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top1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87968" y="1554480"/>
            <a:ext cx="667512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46920" y="1325880"/>
            <a:ext cx="155448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success?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423160"/>
            <a:ext cx="73152" cy="14173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569464"/>
            <a:ext cx="29718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Oracle 不低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92608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同一个 episode 的候选池里经常存在成功 candidate，说明 MoDA 并不是完全没有覆盖到好动作。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423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423160"/>
            <a:ext cx="73152" cy="1417320"/>
          </a:xfrm>
          <a:prstGeom prst="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2569464"/>
            <a:ext cx="29718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Top1 不强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92608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raw cost 往往把 near-miss failure 排到第一，导致最终 action 失败。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423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423160"/>
            <a:ext cx="73152" cy="141732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569464"/>
            <a:ext cx="29718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核心矛盾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92608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问题不是 only coverage，而是 cost-success alignment 和 candidate selection。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62439"/>
                </a:solidFill>
                <a:latin typeface="PingFang SC"/>
              </a:rPr>
              <a:t>所以后续实验全部围绕一个问题：怎么让 MoDA 在同一个 episode 内把成功候选选到 top1？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诊断一：为什么 BCE/global AUC 高，但 top1 不涨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设置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AUC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Top1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关键诊断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episode-only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global AUC 0.692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top1 55.33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intra-episode AUC 0.500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candidate-only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global AUC 0.703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top1 55.50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intra-episode AUC 0.559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raw cost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global AUC 0.494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top1 55.33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success-over-rank0 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3337560"/>
            <a:ext cx="4983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73152" cy="132588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83864"/>
            <a:ext cx="4663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840480"/>
            <a:ext cx="466344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高 global AUC 很多来自 episode difficulty leakage：模型知道这个 episode 容不容易成功，但不知道同 episode 内哪个 candidate 更该排第一。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33756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337560"/>
            <a:ext cx="73152" cy="1325880"/>
          </a:xfrm>
          <a:prstGeom prst="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3483864"/>
            <a:ext cx="44348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3840480"/>
            <a:ext cx="443484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post-hoc feature-level reranking 很难稳定救 MoDA-only top1，必须进入 planner/candidate generation 层面。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诊断二：我们系统排除了几条看似合理但不稳定的路线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813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路线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尝试内容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ingFang SC"/>
                        </a:rPr>
                        <a:t>结论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Final rerank / BCE / selector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AUC 可提升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top1 基本不涨；intra-episode 不可分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Planner-in-loop calibrated CEM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J_plan = J_raw - lambda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小幅信号，但不稳定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Action-sensitive contrastive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拉开 success/near-miss embedding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proxy 改善不等于 top1 改善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Search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增加候选/步数/预算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4"/>
                          </a:solidFill>
                          <a:latin typeface="PingFang SC"/>
                        </a:rPr>
                        <a:t>不能稳定修复 raw cost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617720"/>
            <a:ext cx="104241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62439"/>
                </a:solidFill>
                <a:latin typeface="PingFang SC"/>
              </a:rPr>
              <a:t>这个阶段的意义不是“都失败了”，而是定位 bottleneck：MoDA 的候选生成和 action proposal 需要被修正，不能只在最后 30 个候选上重排。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Baseline-safe / PAC-MoDA：能证明辅助价值，但不是 MoDA-only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380744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系统逻辑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3736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baseline planner 保底；MoDA 只在 gate 判断为低风险/有机会时介入。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234440"/>
            <a:ext cx="73152" cy="14173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380744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正向结果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73736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bsl-integrated 曾有约 81 -&gt; 82/83 的系统级提升，说明 MoDA 候选有互补信息。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73152" cy="141732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380744"/>
            <a:ext cx="26517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737360"/>
            <a:ext cx="26517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这依赖 baseline fallback，不能当成 MoDA standalone planner。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182880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Baseline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3657600"/>
            <a:ext cx="685799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40480" y="3429000"/>
            <a:ext cx="146304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0" y="3657600"/>
            <a:ext cx="68580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72200" y="3429000"/>
            <a:ext cx="1874519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MoDA candidate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38160" y="3657600"/>
            <a:ext cx="68580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15400" y="3429000"/>
            <a:ext cx="17373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Final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101498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62439"/>
                </a:solidFill>
                <a:latin typeface="PingFang SC"/>
              </a:rPr>
              <a:t>汇报口径：这条线证明 MoDA auxiliary candidate source 有价值，但当前主线仍要区分 MoDA-only 与 baseline-safe integration。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当前最重要的 MoDA-only 正向方向：Success-conditioned Residual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62439"/>
                </a:solidFill>
                <a:latin typeface="PingFang SC"/>
              </a:rPr>
              <a:t>核心思想：不再只改 final ranking，而是学习把 raw rank0 near-miss failure 的 action 往成功 action 方向推。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21488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raw rank0 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27248" y="231343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86200" y="2057400"/>
            <a:ext cx="21488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learn delta_a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44768" y="231343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03720" y="2057400"/>
            <a:ext cx="21488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shifted candidates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62288" y="2313432"/>
            <a:ext cx="64008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21240" y="2057400"/>
            <a:ext cx="123444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62439"/>
                </a:solidFill>
                <a:latin typeface="PingFang SC"/>
              </a:rPr>
              <a:t>re-score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246120"/>
            <a:ext cx="73152" cy="132588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392424"/>
            <a:ext cx="44805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训练信号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749039"/>
            <a:ext cx="448056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在 raw rank0 失败但同 episode 有成功候选的样本中，构造 delta_a = success_action - raw_rank0_action。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46120"/>
            <a:ext cx="73152" cy="132588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92424"/>
            <a:ext cx="44805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评估方式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749039"/>
            <a:ext cx="448056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在线 CEM 生成 raw candidates；预测 residual；生成 shifted candidates；再用 raw/calibrated cost 重新评估。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Residual Proposal 代码路径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234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2893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`train_data`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6459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从 stateroll/MoDA candidate pool 中抽取 raw rank0 failure -&gt; best success 的 residual target。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143000"/>
            <a:ext cx="73152" cy="123444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2893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`feature_np` / `online_feature`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6459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离线和在线构造一致的 cost、rank、trajectory、latent、action statistics 特征。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43000"/>
            <a:ext cx="73152" cy="123444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893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`fit_ridge`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6459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用 ridge regression 学 residual；稳定、快速、可解释，适合验证 proposal correction 信号。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71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971800"/>
            <a:ext cx="73152" cy="123444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1181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`score_candidates`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747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对 raw/shifted actions 重新 rollout，得到 raw cost、utility 和 calibrated plan score。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971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971800"/>
            <a:ext cx="73152" cy="1234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1181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`run_split`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4747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训练 residual model，生成 shifted candidates，比较 top1/top3/top5/oracle/near-miss。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971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2971800"/>
            <a:ext cx="73152" cy="1234440"/>
          </a:xfrm>
          <a:prstGeom prst="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11810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`confirm50_audit`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47472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固定 eval indices，做 first20/added30/all50 和 scale sensitivity，避免小样本误读。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Residual Proposal 结果：方向正，但不能过度宣称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2588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评估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Raw MoDA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Residual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Paired gain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Near-miss</a:t>
                      </a:r>
                    </a:p>
                  </a:txBody>
                  <a:tcPr>
                    <a:solidFill>
                      <a:srgbClr val="16243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medium20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raw 60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residual 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+5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near-miss 6 -&gt;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confirm50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raw 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residual 49/50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+3/+4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4"/>
                          </a:solidFill>
                          <a:latin typeface="PingFang SC"/>
                        </a:rPr>
                        <a:t>near-miss 14 -&gt; 10/11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24612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73152" cy="132588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392424"/>
            <a:ext cx="44348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可以说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749039"/>
            <a:ext cx="443484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residual proposal 是目前唯一真正 MoDA-only 的正向方向，显示 consistent paired gain 和 near-miss reduction。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246120"/>
            <a:ext cx="73152" cy="132588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392424"/>
            <a:ext cx="44348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不能说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749039"/>
            <a:ext cx="4434840" cy="731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不能说 MoDA-only 已经稳定 65+；medium20 的 65 受 eval set 难度影响，confirm50 后更稳结论是小幅正向。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完整技术路径：从接入到诊断，再到 proposal correction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38074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1. MoDA 结构接入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3736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`moda_module.py` / `moda_module_exact.py`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8074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2. 训练入口跑通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73736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`train_encoder_moda.py` / `train_moda_exact.py`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73152" cy="96012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84378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3. Planning candidate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20040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stateroll / raw_rollout_npz / CEM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9748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97480"/>
            <a:ext cx="73152" cy="960120"/>
          </a:xfrm>
          <a:prstGeom prst="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84378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4. MoDA-only 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20040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AUC leakage / intra-episode AUC / near-miss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60520"/>
            <a:ext cx="73152" cy="960120"/>
          </a:xfrm>
          <a:prstGeom prst="rect">
            <a:avLst/>
          </a:prstGeom>
          <a:solidFill>
            <a:srgbClr val="5C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30682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5. Baseline-safe 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66344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证明辅助价值，但不是 MoDA-only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4892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73152" cy="9601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306824"/>
            <a:ext cx="457200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6. Residual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66344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candidate generation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汇报主结论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024"/>
                </a:solidFill>
                <a:latin typeface="PingFang SC"/>
              </a:defRPr>
            </a:pPr>
            <a:r>
              <a:t>LeWM 本身是多任务 latent world model + CEM planning 框架，当前 MoDA 实验主要在 PushT 上做深。</a:t>
            </a:r>
          </a:p>
          <a:p>
            <a:pPr>
              <a:spcAft>
                <a:spcPts val="700"/>
              </a:spcAft>
              <a:defRPr sz="1700">
                <a:solidFill>
                  <a:srgbClr val="1C2024"/>
                </a:solidFill>
                <a:latin typeface="PingFang SC"/>
              </a:defRPr>
            </a:pPr>
            <a:r>
              <a:t>MoDA 的优势是 depth-aware representation / state rollout，但这个优势不会自动变成 planning top1 success。</a:t>
            </a:r>
          </a:p>
          <a:p>
            <a:pPr>
              <a:spcAft>
                <a:spcPts val="700"/>
              </a:spcAft>
              <a:defRPr sz="1700">
                <a:solidFill>
                  <a:srgbClr val="1C2024"/>
                </a:solidFill>
                <a:latin typeface="PingFang SC"/>
              </a:defRPr>
            </a:pPr>
            <a:r>
              <a:t>系统诊断说明：MoDA candidate pool 有成功候选，主要瓶颈是 raw cost 和 success 不对齐，以及 near-miss failure 抢 rank0。</a:t>
            </a:r>
          </a:p>
          <a:p>
            <a:pPr>
              <a:spcAft>
                <a:spcPts val="700"/>
              </a:spcAft>
              <a:defRPr sz="1700">
                <a:solidFill>
                  <a:srgbClr val="1C2024"/>
                </a:solidFill>
                <a:latin typeface="PingFang SC"/>
              </a:defRPr>
            </a:pPr>
            <a:r>
              <a:t>post-hoc rerank / AUC calibration 不能稳定解决同 episode 内 top1 selection。</a:t>
            </a:r>
          </a:p>
          <a:p>
            <a:pPr>
              <a:spcAft>
                <a:spcPts val="700"/>
              </a:spcAft>
              <a:defRPr sz="1700">
                <a:solidFill>
                  <a:srgbClr val="1C2024"/>
                </a:solidFill>
                <a:latin typeface="PingFang SC"/>
              </a:defRPr>
            </a:pPr>
            <a:r>
              <a:t>当前最可信的 MoDA-only 方向是 success-conditioned residual proposal：从 action proposal generation 层面修正候选。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62439"/>
                </a:solidFill>
                <a:latin typeface="PingFang SC"/>
              </a:rPr>
              <a:t>一句话：MoDA 值得接入 LeWM，但要作为 planning-aware candidate generation correction，而不是只做最后重排。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62439"/>
                </a:solidFill>
                <a:latin typeface="PingFang SC"/>
              </a:rPr>
              <a:t>后续工作：把当前正信号变成稳健方法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97280" cy="50292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73152" cy="141732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38074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Residual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7373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判断什么时候适合使用 residual correction，避免 raw success 被 shifted action harm。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Scale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373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在同一批 eval indices 上选择 residual scale，减少 action shift 过大风险。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CB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8074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Cross-task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7373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将同样诊断流程迁移到 Cube / TwoRooms / Reacher，检验泛化。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46120"/>
            <a:ext cx="73152" cy="1417320"/>
          </a:xfrm>
          <a:prstGeom prst="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3924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Training-level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49039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未来可以把 near-miss rank loss / action-sensitive contrastive 放进 world model 训练。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246120"/>
            <a:ext cx="73152" cy="1417320"/>
          </a:xfrm>
          <a:prstGeom prst="rect">
            <a:avLst/>
          </a:prstGeom>
          <a:solidFill>
            <a:srgbClr val="5C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3924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Cleaner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749039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固定 indices、multi-seed、paired metrics，避免 absolute top1 被 eval set 难度误导。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461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246120"/>
            <a:ext cx="73152" cy="1417320"/>
          </a:xfrm>
          <a:prstGeom prst="rect">
            <a:avLst/>
          </a:prstGeom>
          <a:solidFill>
            <a:srgbClr val="1F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39242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62439"/>
                </a:solidFill>
                <a:latin typeface="PingFang SC"/>
              </a:rPr>
              <a:t>Release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749039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>
                <a:solidFill>
                  <a:srgbClr val="1C2024"/>
                </a:solidFill>
                <a:latin typeface="PingFang SC"/>
              </a:rPr>
              <a:t>代码、关键权重、candidate pool 和 walkthrough 已整理到 GitHub/LFS，便于复现和交接。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00" b="0">
                <a:solidFill>
                  <a:srgbClr val="5C6670"/>
                </a:solidFill>
                <a:latin typeface="PingFang SC"/>
              </a:rPr>
              <a:t>LeWM + MoDA technical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C6670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PingFang SC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241280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SC"/>
              </a:rPr>
              <a:t>MoDA 的问题不是没有候选价值，而是 raw cost 与 planning success 不对齐；
我们从结构接入、训练、candidate pool 诊断一路定位到 candidate generation bottleneck。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241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PingFang SC"/>
              </a:rPr>
              <a:t>当前最合理的技术方向：Success-conditioned Residual Proposal for MoDA-only Planning。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